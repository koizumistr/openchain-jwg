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4"/>
  </p:notesMasterIdLst>
  <p:sldIdLst>
    <p:sldId id="257" r:id="rId2"/>
    <p:sldId id="258" r:id="rId3"/>
    <p:sldId id="259" r:id="rId4"/>
    <p:sldId id="835" r:id="rId5"/>
    <p:sldId id="836" r:id="rId6"/>
    <p:sldId id="837" r:id="rId7"/>
    <p:sldId id="271" r:id="rId8"/>
    <p:sldId id="272" r:id="rId9"/>
    <p:sldId id="838" r:id="rId10"/>
    <p:sldId id="839" r:id="rId11"/>
    <p:sldId id="276" r:id="rId12"/>
    <p:sldId id="270"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6" d="100"/>
          <a:sy n="116" d="100"/>
        </p:scale>
        <p:origin x="27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2026/3/25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mailto:awatanabe@evangelist.linuxfoundation.org" TargetMode="External"/><Relationship Id="rId2" Type="http://schemas.openxmlformats.org/officeDocument/2006/relationships/hyperlink" Target="mailto:scoughlan@linuxfoundation.org" TargetMode="External"/><Relationship Id="rId1" Type="http://schemas.openxmlformats.org/officeDocument/2006/relationships/slideLayout" Target="../slideLayouts/slideLayout4.xml"/><Relationship Id="rId4" Type="http://schemas.openxmlformats.org/officeDocument/2006/relationships/hyperlink" Target="https://geekfeminism.fandom.com/wiki/Conference_anti-harassment/Responding_to_repor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cs.google.com/document/d/15qBYkonYp7wWofF8ZBm0rvIht_6YaocgUlSWTr1jO4s/edit?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2025</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lang="en-US" altLang="ja-JP" sz="4800" dirty="0">
                <a:solidFill>
                  <a:schemeClr val="bg1"/>
                </a:solidFill>
                <a:latin typeface="BIZ UDPゴシック" panose="020B0400000000000000" pitchFamily="50" charset="-128"/>
                <a:ea typeface="BIZ UDPゴシック" panose="020B0400000000000000" pitchFamily="50" charset="-128"/>
              </a:rPr>
              <a:t>3</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2026/3/25</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t>
            </a:r>
            <a:r>
              <a:rPr lang="en-US" sz="2400" dirty="0"/>
              <a:t> antitrust-policy.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kumimoji="1" lang="en-US" altLang="ja-JP" sz="1400" b="1" dirty="0">
                <a:solidFill>
                  <a:schemeClr val="bg2">
                    <a:lumMod val="20000"/>
                    <a:lumOff val="80000"/>
                  </a:schemeClr>
                </a:solidFill>
              </a:rPr>
              <a:t>Shane Coughlan(Man, English)</a:t>
            </a:r>
            <a:r>
              <a:rPr kumimoji="1" lang="ja-JP" altLang="en-US" sz="1400" b="1" dirty="0">
                <a:solidFill>
                  <a:schemeClr val="bg2">
                    <a:lumMod val="20000"/>
                    <a:lumOff val="80000"/>
                  </a:schemeClr>
                </a:solidFill>
              </a:rPr>
              <a:t>：</a:t>
            </a:r>
            <a:r>
              <a:rPr kumimoji="1" lang="en-US" altLang="ja-JP" sz="1400" b="1" dirty="0">
                <a:solidFill>
                  <a:schemeClr val="bg2">
                    <a:lumMod val="20000"/>
                    <a:lumOff val="80000"/>
                  </a:schemeClr>
                </a:solidFill>
                <a:hlinkClick r:id="rId2">
                  <a:extLst>
                    <a:ext uri="{A12FA001-AC4F-418D-AE19-62706E023703}">
                      <ahyp:hlinkClr xmlns:ahyp="http://schemas.microsoft.com/office/drawing/2018/hyperlinkcolor" val="tx"/>
                    </a:ext>
                  </a:extLst>
                </a:hlinkClick>
              </a:rPr>
              <a:t>scoughlan@linuxfoundation.org</a:t>
            </a:r>
            <a:endParaRPr kumimoji="1" lang="en-US" altLang="ja-JP" sz="1400" b="1" dirty="0">
              <a:solidFill>
                <a:schemeClr val="bg2">
                  <a:lumMod val="20000"/>
                  <a:lumOff val="80000"/>
                </a:schemeClr>
              </a:solidFill>
            </a:endParaRPr>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3"/>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4"/>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教育資料応用編の進捗状況について</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サブリードの状況について</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教育資料応用編の進捗状況について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lstStyle/>
          <a:p>
            <a:pPr marL="152396" indent="0">
              <a:buNone/>
            </a:pPr>
            <a:r>
              <a:rPr lang="ja-JP" altLang="en-US" dirty="0">
                <a:latin typeface="BIZ UDPゴシック" panose="020B0400000000000000" pitchFamily="50" charset="-128"/>
                <a:ea typeface="BIZ UDPゴシック" panose="020B0400000000000000" pitchFamily="50" charset="-128"/>
              </a:rPr>
              <a:t>セキュリティの部分、（</a:t>
            </a:r>
            <a:r>
              <a:rPr lang="en-US" altLang="ja-JP" dirty="0">
                <a:latin typeface="BIZ UDPゴシック" panose="020B0400000000000000" pitchFamily="50" charset="-128"/>
                <a:ea typeface="BIZ UDPゴシック" panose="020B0400000000000000" pitchFamily="50" charset="-128"/>
              </a:rPr>
              <a:t>AI</a:t>
            </a:r>
            <a:r>
              <a:rPr lang="ja-JP" altLang="en-US" dirty="0">
                <a:latin typeface="BIZ UDPゴシック" panose="020B0400000000000000" pitchFamily="50" charset="-128"/>
                <a:ea typeface="BIZ UDPゴシック" panose="020B0400000000000000" pitchFamily="50" charset="-128"/>
              </a:rPr>
              <a:t>の助けを借りて）順序を大きく見直しました。確認お願いします。</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2"/>
              </a:rPr>
              <a:t>https://docs.google.com/document/d/15qBYkonYp7wWofF8ZBm0rvIht_6YaocgUlSWTr1jO4s/edit?usp=sharing</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ja-JP" altLang="en-US" dirty="0">
                <a:latin typeface="BIZ UDPゴシック" panose="020B0400000000000000" pitchFamily="50" charset="-128"/>
                <a:ea typeface="BIZ UDPゴシック" panose="020B0400000000000000" pitchFamily="50" charset="-128"/>
              </a:rPr>
              <a:t>については、おそらく皆さん済んでいるのではないかと思います。</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8530-653D-E404-4CD0-B92DC6C18C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1B4811-F477-1CCE-6CC7-67F406DDE148}"/>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サブリードの状況について</a:t>
            </a:r>
            <a:br>
              <a:rPr lang="ja-JP" altLang="en-US"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1CA1EF1C-185F-96A4-7EA4-15533A5F491A}"/>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複数の方から反応がありました。</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とりあえず今回までは様子見で、ということでした。「</a:t>
            </a:r>
            <a:r>
              <a:rPr lang="en-US" altLang="ja-JP" dirty="0">
                <a:latin typeface="BIZ UDPゴシック" panose="020B0400000000000000" pitchFamily="50" charset="-128"/>
                <a:ea typeface="BIZ UDPゴシック" panose="020B0400000000000000" pitchFamily="50" charset="-128"/>
              </a:rPr>
              <a:t>4</a:t>
            </a:r>
            <a:r>
              <a:rPr lang="ja-JP" altLang="en-US" dirty="0">
                <a:latin typeface="BIZ UDPゴシック" panose="020B0400000000000000" pitchFamily="50" charset="-128"/>
                <a:ea typeface="BIZ UDPゴシック" panose="020B0400000000000000" pitchFamily="50" charset="-128"/>
              </a:rPr>
              <a:t>月以降やってもいいよ」という方はお知らせください。</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5447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lstStyle/>
          <a:p>
            <a:r>
              <a:rPr kumimoji="1" lang="ja-JP" altLang="en-US" dirty="0">
                <a:latin typeface="BIZ UDPゴシック" panose="020B0400000000000000" pitchFamily="50" charset="-128"/>
                <a:ea typeface="BIZ UDPゴシック" panose="020B0400000000000000" pitchFamily="50" charset="-128"/>
              </a:rPr>
              <a:t>なにか他にあれば</a:t>
            </a: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教育</a:t>
            </a:r>
            <a:r>
              <a:rPr lang="en-US" altLang="ja-JP" dirty="0">
                <a:latin typeface="BIZ UDPゴシック" panose="020B0400000000000000" pitchFamily="50" charset="-128"/>
                <a:ea typeface="BIZ UDPゴシック" panose="020B0400000000000000" pitchFamily="50" charset="-128"/>
              </a:rPr>
              <a:t>SG</a:t>
            </a:r>
            <a:r>
              <a:rPr lang="ja-JP" altLang="en-US" dirty="0">
                <a:latin typeface="BIZ UDPゴシック" panose="020B0400000000000000" pitchFamily="50" charset="-128"/>
                <a:ea typeface="BIZ UDPゴシック" panose="020B0400000000000000" pitchFamily="50" charset="-128"/>
              </a:rPr>
              <a:t>の</a:t>
            </a:r>
            <a:r>
              <a:rPr lang="en-US" altLang="ja-JP" dirty="0">
                <a:latin typeface="BIZ UDPゴシック" panose="020B0400000000000000" pitchFamily="50" charset="-128"/>
                <a:ea typeface="BIZ UDPゴシック" panose="020B0400000000000000" pitchFamily="50" charset="-128"/>
              </a:rPr>
              <a:t>ML</a:t>
            </a:r>
            <a:r>
              <a:rPr lang="ja-JP" altLang="en-US" dirty="0">
                <a:latin typeface="BIZ UDPゴシック" panose="020B0400000000000000" pitchFamily="50" charset="-128"/>
                <a:ea typeface="BIZ UDPゴシック" panose="020B0400000000000000" pitchFamily="50" charset="-128"/>
              </a:rPr>
              <a:t>への登録、よろしくお願いします。（せっかく作ったので、、、）</a:t>
            </a:r>
            <a:endParaRPr lang="en-US" altLang="ja-JP">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（以下、空白）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74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TotalTime>
  <Words>1630</Words>
  <Application>Microsoft Office PowerPoint</Application>
  <PresentationFormat>ワイド画面</PresentationFormat>
  <Paragraphs>67</Paragraphs>
  <Slides>12</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12</vt:i4>
      </vt:variant>
    </vt:vector>
  </HeadingPairs>
  <TitlesOfParts>
    <vt:vector size="22"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2025年度 3月</vt:lpstr>
      <vt:lpstr>Anti-Trust Policy Notice</vt:lpstr>
      <vt:lpstr>独占禁止法順守ポリシー (Antitrust Policy)</vt:lpstr>
      <vt:lpstr>Code of Conduct</vt:lpstr>
      <vt:lpstr>【参考】行動規範 (Code of Conduct) </vt:lpstr>
      <vt:lpstr>【参考】行動規範 (Code of Conduct) </vt:lpstr>
      <vt:lpstr>目次</vt:lpstr>
      <vt:lpstr>この会の進め方について（再掲、一部追記あり）</vt:lpstr>
      <vt:lpstr>教育資料応用編の進捗状況について </vt:lpstr>
      <vt:lpstr>サブリードの状況について </vt:lpstr>
      <vt:lpstr>なにか他にあれば</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19</cp:revision>
  <dcterms:created xsi:type="dcterms:W3CDTF">2023-08-30T04:38:36Z</dcterms:created>
  <dcterms:modified xsi:type="dcterms:W3CDTF">2026-03-24T23:52:05Z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