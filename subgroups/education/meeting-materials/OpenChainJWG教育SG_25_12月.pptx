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4"/>
  </p:notesMasterIdLst>
  <p:sldIdLst>
    <p:sldId id="257" r:id="rId2"/>
    <p:sldId id="258" r:id="rId3"/>
    <p:sldId id="259" r:id="rId4"/>
    <p:sldId id="835" r:id="rId5"/>
    <p:sldId id="836" r:id="rId6"/>
    <p:sldId id="837" r:id="rId7"/>
    <p:sldId id="271" r:id="rId8"/>
    <p:sldId id="272" r:id="rId9"/>
    <p:sldId id="838" r:id="rId10"/>
    <p:sldId id="839" r:id="rId11"/>
    <p:sldId id="276" r:id="rId12"/>
    <p:sldId id="270"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79" d="100"/>
          <a:sy n="79" d="100"/>
        </p:scale>
        <p:origin x="112"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2025/12/23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mailto:awatanabe@evangelist.linuxfoundation.org" TargetMode="External"/><Relationship Id="rId2" Type="http://schemas.openxmlformats.org/officeDocument/2006/relationships/hyperlink" Target="mailto:scoughlan@linuxfoundation.org" TargetMode="External"/><Relationship Id="rId1" Type="http://schemas.openxmlformats.org/officeDocument/2006/relationships/slideLayout" Target="../slideLayouts/slideLayout4.xml"/><Relationship Id="rId4" Type="http://schemas.openxmlformats.org/officeDocument/2006/relationships/hyperlink" Target="https://geekfeminism.fandom.com/wiki/Conference_anti-harassment/Responding_to_repor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document/d/15qBYkonYp7wWofF8ZBm0rvIht_6YaocgUlSWTr1jO4s/edit?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2025</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kumimoji="1" lang="en-US" altLang="ja-JP" sz="4800" dirty="0">
                <a:solidFill>
                  <a:schemeClr val="bg1"/>
                </a:solidFill>
                <a:latin typeface="BIZ UDPゴシック" panose="020B0400000000000000" pitchFamily="50" charset="-128"/>
                <a:ea typeface="BIZ UDPゴシック" panose="020B0400000000000000" pitchFamily="50" charset="-128"/>
              </a:rPr>
              <a:t>12</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2025/12/24</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t>
            </a:r>
            <a:r>
              <a:rPr lang="en-US" sz="2400" dirty="0"/>
              <a:t> antitrust-policy.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kumimoji="1" lang="en-US" altLang="ja-JP" sz="1400" b="1" dirty="0">
                <a:solidFill>
                  <a:schemeClr val="bg2">
                    <a:lumMod val="20000"/>
                    <a:lumOff val="80000"/>
                  </a:schemeClr>
                </a:solidFill>
              </a:rPr>
              <a:t>Shane Coughlan(Man, English)</a:t>
            </a:r>
            <a:r>
              <a:rPr kumimoji="1" lang="ja-JP" altLang="en-US" sz="1400" b="1" dirty="0">
                <a:solidFill>
                  <a:schemeClr val="bg2">
                    <a:lumMod val="20000"/>
                    <a:lumOff val="80000"/>
                  </a:schemeClr>
                </a:solidFill>
              </a:rPr>
              <a:t>：</a:t>
            </a:r>
            <a:r>
              <a:rPr kumimoji="1" lang="en-US" altLang="ja-JP" sz="1400" b="1" dirty="0">
                <a:solidFill>
                  <a:schemeClr val="bg2">
                    <a:lumMod val="20000"/>
                    <a:lumOff val="80000"/>
                  </a:schemeClr>
                </a:solidFill>
                <a:hlinkClick r:id="rId2">
                  <a:extLst>
                    <a:ext uri="{A12FA001-AC4F-418D-AE19-62706E023703}">
                      <ahyp:hlinkClr xmlns:ahyp="http://schemas.microsoft.com/office/drawing/2018/hyperlinkcolor" val="tx"/>
                    </a:ext>
                  </a:extLst>
                </a:hlinkClick>
              </a:rPr>
              <a:t>scoughlan@linuxfoundation.org</a:t>
            </a:r>
            <a:endParaRPr kumimoji="1" lang="en-US" altLang="ja-JP" sz="1400" b="1" dirty="0">
              <a:solidFill>
                <a:schemeClr val="bg2">
                  <a:lumMod val="20000"/>
                  <a:lumOff val="80000"/>
                </a:schemeClr>
              </a:solidFill>
            </a:endParaRPr>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3"/>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4"/>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教育資料応用編の進捗状況について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サブリードの状況について</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教育資料応用編の進捗状況について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セキュリティの部分で難儀しています。</a:t>
            </a:r>
            <a:r>
              <a:rPr lang="en-US" altLang="ja-JP" dirty="0">
                <a:latin typeface="BIZ UDPゴシック" panose="020B0400000000000000" pitchFamily="50" charset="-128"/>
                <a:ea typeface="BIZ UDPゴシック" panose="020B0400000000000000" pitchFamily="50" charset="-128"/>
                <a:hlinkClick r:id="rId2"/>
              </a:rPr>
              <a:t>https://docs.google.com/document/d/15qBYkonYp7wWofF8ZBm0rvIht_6YaocgUlSWTr1jO4s/edit?usp=sharing</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8530-653D-E404-4CD0-B92DC6C18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1B4811-F477-1CCE-6CC7-67F406DDE148}"/>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サブリードの状況について</a:t>
            </a:r>
            <a:br>
              <a:rPr lang="ja-JP" altLang="en-US"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1CA1EF1C-185F-96A4-7EA4-15533A5F491A}"/>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絶賛募集中です。</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5447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332</TotalTime>
  <Words>1570</Words>
  <Application>Microsoft Office PowerPoint</Application>
  <PresentationFormat>ワイド画面</PresentationFormat>
  <Paragraphs>62</Paragraphs>
  <Slides>12</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12</vt:i4>
      </vt:variant>
    </vt:vector>
  </HeadingPairs>
  <TitlesOfParts>
    <vt:vector size="22"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2025年度 12月</vt:lpstr>
      <vt:lpstr>Anti-Trust Policy Notice</vt:lpstr>
      <vt:lpstr>独占禁止法順守ポリシー (Antitrust Policy)</vt:lpstr>
      <vt:lpstr>Code of Conduct</vt:lpstr>
      <vt:lpstr>【参考】行動規範 (Code of Conduct) </vt:lpstr>
      <vt:lpstr>【参考】行動規範 (Code of Conduct) </vt:lpstr>
      <vt:lpstr>目次</vt:lpstr>
      <vt:lpstr>この会の進め方について（再掲、一部追記あり）</vt:lpstr>
      <vt:lpstr>教育資料応用編の進捗状況について </vt:lpstr>
      <vt:lpstr>サブリードの状況について </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15</cp:revision>
  <dcterms:created xsi:type="dcterms:W3CDTF">2023-08-30T04:38:36Z</dcterms:created>
  <dcterms:modified xsi:type="dcterms:W3CDTF">2025-12-23T09:06:49Z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